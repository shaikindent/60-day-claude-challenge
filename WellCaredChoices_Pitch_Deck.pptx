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5120640"/>
            <a:ext cx="3108960" cy="3108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WellCaredChoices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companion for culturally-aware, glucose-smart food choices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•  10-Day Capstone  • 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people managing prediabetes face the same hard question: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I eat this? Is this meal okay for me — today, right now?"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F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6207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calorie apps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7296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recognition of Indian &amp; Middle Eastern dishes; no glucose-aware guidance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679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Diabetes-management apps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7880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Clinical, device-heavy, impersonal — no natural conversation in the moment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F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7375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18464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 health profile, no structured tracking, no continuity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0" y="114300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0" y="1828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abandon tracking within weeks — or get advice like “avoid rice” that ignores culture, budget, and real meals.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4937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breaks down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exact moment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matters most.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847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Aisha, 42 — Abu Dhabi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told she's prediabetic (HbA1c 5.9%) — lifestyle-first stage, no medication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home-cooked South Asian food and Middle Eastern restaurant meals; cooks for a family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everyday apps, not a quantified-self power user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plain-language answer, not a spreadsheet of macros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Cohort (v1.0)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1847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 friends &amp; founder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+ a close circle of friends, first 50 users free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prediabetic and general-wellness users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corporate wellness programs and clinician-referred patients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core loop before any paid tier is introduced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WellCaredChoices pairs an AI coach with meal-photo intelligence — built for real, culturally specific food, in real conversations.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32F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Wellness Coach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 about food choices — personalized to your saved profile, glucose-aware, culturally fluent.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32F38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286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Meal-Photo Recognition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657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plate of biryani, dal, or shawarma — get an editable, approximate calorie &amp; macro estimate.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32F38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by Design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is a range, not a false-precise number. Nothing logs without your confirmation.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v1.0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270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Dietary Profile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weight, cultural food preference, prediabetes status — self-declared and private.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3258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5270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Coach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aware, glucose-conscious food guidance, always labeled by its basis.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5270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82396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Meal-Photo Recognition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75320" y="21031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Indian/Middle Eastern dish library with editable, approximate estimates.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2186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1546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Logging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glucose, and free-text meals — fast entry for daily habit use.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0175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32186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1546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Weekly Summary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26280" y="3794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trend views — no opaque health score, everything traceable to real data.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0175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32186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8823960" y="31546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Escalation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75320" y="3794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Non-alarming, non-judgmental messaging; always defers to real clinicians.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no-code / AI-assisted, deployed as an installable Progressive Web App — no app-store submission, no paid tools.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391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web app, packaged as a PWA — installs as a home-screen icon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F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4495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Auth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08760" y="3291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 tier — accounts, database, and row-level security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F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507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50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08760" y="4297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— conversational coach and meal-photo (vision)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F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566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56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983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5303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static hosting (Vercel/Netlify) via GitHub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1874520"/>
            <a:ext cx="4023360" cy="3977640"/>
          </a:xfrm>
          <a:prstGeom prst="roundRect">
            <a:avLst>
              <a:gd name="adj" fmla="val 2759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2560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— every service used has a genuine free tier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required from the founder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 real app, no App Store wait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ready for a paid tier later, without a rebuild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Trust — Non-Negotiable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508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diagnosis tool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0" y="1508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diagnoses, prescribes, or recommends changing medication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8620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62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743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by design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0" y="2743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estimate shown as a range with a confidence indicator, never false precision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96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977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 every log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0" y="3977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saves to the food diary until the user reviews and confirms 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5212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Escalation, not alarm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Concerning inputs prompt calm guidance to seek professional care — no shame, no fear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intentionally narrow. Here's what comes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32F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restaurant &amp; food discovery (50km radius)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HealthKit / Android Health Connect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nutrition-label scanning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 billing (~$250 / AED 890)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32F38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5080" y="26060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monitor integration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Lab-report upload with OCR extraction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Clinician-facing views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multi-country regulatory review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Store / Google Play release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world where every food decision — no matter the cuisine — comes with guidance that understands both the culture on the plate and the health goals behind 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WellCaredChoices starts with prediabetes and South Asian / Middle Eastern food — and grows into a trusted, everyday wellness companion for metabolic health worldwide.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WellCaredChoices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10-day capstone for the AB Talks 60-Day Claude AI Challenge.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3520440"/>
            <a:ext cx="2926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 goal: a working, installable app in the hands of real friends by Day 10 — proving the core idea before scaling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2026-08-08T11:52:39Z</dcterms:created>
  <dcterms:modified xsi:type="dcterms:W3CDTF">2026-08-08T11:52:39Z</dcterms:modified>
</cp:coreProperties>
</file>